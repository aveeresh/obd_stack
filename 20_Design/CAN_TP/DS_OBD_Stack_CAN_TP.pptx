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91D7D-4E3B-60EB-EB28-225845324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78E96-8249-A8F1-7A8A-04FA1FBE22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B8571-8BD9-9A81-6315-572A619BF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726CD-C800-CBF1-FE14-42656A1F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189E8-E66D-BBA5-8218-A0580100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417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2AAF6-113C-3657-538D-339919EA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A2394-7595-A3F0-5666-C980049E0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AF827-B712-9C62-181B-FF8DC6B0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026D4-0F8F-CED7-B225-C4F22FF6A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02D90-2F14-0F87-30C6-23333B45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09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1359D-77EE-EDF7-5ED5-9E0A50CA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2C4D3-1C09-2BCC-FA1B-AA4E33AAA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1F82F-5F1F-7A9C-E4C4-381E98D80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50A80-5273-B046-BA99-962051189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7FD40-9847-D288-1B0F-1E84D727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5847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9F41-D09C-BA54-E19D-A06261861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CBBA9-E46C-4734-13C0-5115498708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57C82-AE80-760C-A50B-3874C1FDC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4E84B-58CA-A14D-5540-DF623F87A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FF384-5804-57D5-1B54-317560A24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9297F-6AFB-3016-6B8F-DB5CFF24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604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E9676-EA89-AD46-C317-4C12AD81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7B226-2E46-DE69-A660-29C78542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18DD2-96DE-90D0-19CC-F05D1632F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45AE9-AF88-3BCC-6B40-8BC88A1ED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7F6C38-4403-6ADA-C4D9-9BA5A56C9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201FC-942D-005B-453F-E76AF97F9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33BDA3-D400-E5E4-F1CE-BD2FEC291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5139EA-E57E-36AC-1986-BD522E9B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305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9F28F-9536-DD03-2BBC-337B9FB5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17859C-531F-D666-4ACB-F350F7000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40890-9F96-F625-4124-F7A9B241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A44C-17C2-B92A-4B0B-A123CF68E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5745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AFAE4F-80AF-697A-7C19-2C97FED1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ED7A27-C05C-BEB8-5B20-3DB81D20F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B3140E-2164-63CF-23F7-BA9F9F9F8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790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CDAA9-1E6E-A4AE-7E4C-C8BE215A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1F0A-A69E-3EBA-A498-FC7A127F2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E49522-0B03-DEBC-D283-8F0770178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179AE-31E3-4EEA-92A1-25DB491CB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2685B-C123-0F3F-3B95-2125CA42A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567CAB-5CB4-83E5-F7CF-8CEA63D7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0394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ECC8-1AB5-4D36-6EEF-EAD25564C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A18664-3EF4-3991-39D6-90A7986CE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AB937-C6CF-6E6A-D2F0-4631BD7A4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3ADD4-B65B-197C-3B66-6F59985CE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0962-2688-C597-93C2-4B37A7CB9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3D31A-529C-FC6F-9B01-8CD34D1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10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AFDA-CBFC-EBE0-346C-6F13953A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9687D-493E-2559-2D3F-DB355DF28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C5B72-D63C-9712-AD66-441AF8B7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BCC18-1D04-C0D8-8D25-80C598A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2507-84F0-7B4D-FA26-FF38DC5C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828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4B9FC3-4816-BCA0-D370-4809818749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F32CD-C8C3-A70D-3C49-35FE084DE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6B34E-C97D-F437-6AD2-3366756C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6BB0E-D337-AA5E-0E7E-3CC903F5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F75CC-70B9-6B65-BC49-55C4936D2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772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F18A8F-4B3A-6033-6A85-156E1738A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5A45D-2DF2-3BFE-85A5-773C029F4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44D47-91EF-7B4C-8F69-A16B9DF9AC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D19FF4-7AB3-4761-ACA3-26E62BAEB0BC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4EFC8-7D96-2B9E-B1DA-3321F8E7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E9F7C-DCE9-3961-91A8-4147038CA3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92159-7B5E-4A49-8AED-ED580B5F57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590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763EC86-FF75-0272-7F15-C3A2D78D6A2C}"/>
              </a:ext>
            </a:extLst>
          </p:cNvPr>
          <p:cNvSpPr>
            <a:spLocks noGrp="1"/>
          </p:cNvSpPr>
          <p:nvPr/>
        </p:nvSpPr>
        <p:spPr>
          <a:xfrm>
            <a:off x="2209800" y="1958975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required for CAN-TP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03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9768D86-E6FE-7ADC-AE23-B949924AF8F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can_tp_transmit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data, uint16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79E521-CBF1-813B-CDCA-4F4DD13A8D53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Specifies which CAN controller should be used.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take data from upper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fragment the data and then send it to lower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65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41D3-47AE-BCCB-5854-CB58F350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2E871F-938D-F061-A075-FF519DABF3B0}"/>
              </a:ext>
            </a:extLst>
          </p:cNvPr>
          <p:cNvSpPr>
            <a:spLocks noGrp="1"/>
          </p:cNvSpPr>
          <p:nvPr/>
        </p:nvSpPr>
        <p:spPr>
          <a:xfrm>
            <a:off x="104503" y="0"/>
            <a:ext cx="1257517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bool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can_tp_receive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*data, uint16 </a:t>
            </a:r>
            <a:r>
              <a:rPr lang="en-US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77790F6-B5D0-6C27-D22C-0CB0ABF38759}"/>
              </a:ext>
            </a:extLst>
          </p:cNvPr>
          <p:cNvSpPr>
            <a:spLocks noGrp="1"/>
          </p:cNvSpPr>
          <p:nvPr/>
        </p:nvSpPr>
        <p:spPr>
          <a:xfrm>
            <a:off x="470264" y="1326969"/>
            <a:ext cx="11042468" cy="497803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Parameter:</a:t>
            </a: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can_idx_t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Specifies which CAN controller should be used.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can_msg_t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 Structure that includes id, data, length.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 pointer that points to structure.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data_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 Length of the data to be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type: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true or false according to the status.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True- Successful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False- Unsuccessful 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API will be used to receive data from lower layer and if 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less than 8 bytes then it will directly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 layer 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if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data_length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than 8 bytes then this API will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reassemble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data and then send it to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</a:t>
            </a: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layer.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450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</TotalTime>
  <Words>311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naik</dc:creator>
  <cp:lastModifiedBy>akshay naik</cp:lastModifiedBy>
  <cp:revision>25</cp:revision>
  <dcterms:created xsi:type="dcterms:W3CDTF">2025-02-18T02:45:25Z</dcterms:created>
  <dcterms:modified xsi:type="dcterms:W3CDTF">2025-04-17T11:50:44Z</dcterms:modified>
</cp:coreProperties>
</file>