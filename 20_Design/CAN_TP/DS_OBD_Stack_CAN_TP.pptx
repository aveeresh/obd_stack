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3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91D7D-4E3B-60EB-EB28-2258453249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278E96-8249-A8F1-7A8A-04FA1FBE22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DB8571-8BD9-9A81-6315-572A619BF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19FF4-7AB3-4761-ACA3-26E62BAEB0BC}" type="datetimeFigureOut">
              <a:rPr lang="en-IN" smtClean="0"/>
              <a:t>17-04-2025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726CD-C800-CBF1-FE14-42656A1F8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189E8-E66D-BBA5-8218-A05801003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92159-7B5E-4A49-8AED-ED580B5F5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417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2AAF6-113C-3657-538D-339919EA4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A2394-7595-A3F0-5666-C980049E0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AF827-B712-9C62-181B-FF8DC6B07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19FF4-7AB3-4761-ACA3-26E62BAEB0BC}" type="datetimeFigureOut">
              <a:rPr lang="en-IN" smtClean="0"/>
              <a:t>17-04-2025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026D4-0F8F-CED7-B225-C4F22FF6A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02D90-2F14-0F87-30C6-23333B45E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92159-7B5E-4A49-8AED-ED580B5F5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1098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1359D-77EE-EDF7-5ED5-9E0A50CAC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2C4D3-1C09-2BCC-FA1B-AA4E33AAA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1F82F-5F1F-7A9C-E4C4-381E98D80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19FF4-7AB3-4761-ACA3-26E62BAEB0BC}" type="datetimeFigureOut">
              <a:rPr lang="en-IN" smtClean="0"/>
              <a:t>17-04-2025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150A80-5273-B046-BA99-962051189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7FD40-9847-D288-1B0F-1E84D727A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92159-7B5E-4A49-8AED-ED580B5F5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847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E9F41-D09C-BA54-E19D-A06261861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CBBA9-E46C-4734-13C0-5115498708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F57C82-AE80-760C-A50B-3874C1FDCF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4E84B-58CA-A14D-5540-DF623F87A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19FF4-7AB3-4761-ACA3-26E62BAEB0BC}" type="datetimeFigureOut">
              <a:rPr lang="en-IN" smtClean="0"/>
              <a:t>17-04-2025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FFF384-5804-57D5-1B54-317560A24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49297F-6AFB-3016-6B8F-DB5CFF24A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92159-7B5E-4A49-8AED-ED580B5F5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604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E9676-EA89-AD46-C317-4C12AD814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D7B226-2E46-DE69-A660-29C78542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618DD2-96DE-90D0-19CC-F05D1632F3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745AE9-AF88-3BCC-6B40-8BC88A1ED8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7F6C38-4403-6ADA-C4D9-9BA5A56C94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5201FC-942D-005B-453F-E76AF97F9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19FF4-7AB3-4761-ACA3-26E62BAEB0BC}" type="datetimeFigureOut">
              <a:rPr lang="en-IN" smtClean="0"/>
              <a:t>17-04-2025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33BDA3-D400-E5E4-F1CE-BD2FEC291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5139EA-E57E-36AC-1986-BD522E9B1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92159-7B5E-4A49-8AED-ED580B5F5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3305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9F28F-9536-DD03-2BBC-337B9FB53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17859C-531F-D666-4ACB-F350F7000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19FF4-7AB3-4761-ACA3-26E62BAEB0BC}" type="datetimeFigureOut">
              <a:rPr lang="en-IN" smtClean="0"/>
              <a:t>17-04-2025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740890-9F96-F625-4124-F7A9B241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51A44C-17C2-B92A-4B0B-A123CF68E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92159-7B5E-4A49-8AED-ED580B5F5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5745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AFAE4F-80AF-697A-7C19-2C97FED1F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19FF4-7AB3-4761-ACA3-26E62BAEB0BC}" type="datetimeFigureOut">
              <a:rPr lang="en-IN" smtClean="0"/>
              <a:t>17-04-2025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ED7A27-C05C-BEB8-5B20-3DB81D20F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B3140E-2164-63CF-23F7-BA9F9F9F8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92159-7B5E-4A49-8AED-ED580B5F5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6790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CDAA9-1E6E-A4AE-7E4C-C8BE215A9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F1F0A-A69E-3EBA-A498-FC7A127F2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E49522-0B03-DEBC-D283-8F07701785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5179AE-31E3-4EEA-92A1-25DB491CB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19FF4-7AB3-4761-ACA3-26E62BAEB0BC}" type="datetimeFigureOut">
              <a:rPr lang="en-IN" smtClean="0"/>
              <a:t>17-04-2025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F2685B-C123-0F3F-3B95-2125CA42A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567CAB-5CB4-83E5-F7CF-8CEA63D72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92159-7B5E-4A49-8AED-ED580B5F5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0394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FECC8-1AB5-4D36-6EEF-EAD25564C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A18664-3EF4-3991-39D6-90A7986CE3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2AB937-C6CF-6E6A-D2F0-4631BD7A40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A3ADD4-B65B-197C-3B66-6F59985CE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19FF4-7AB3-4761-ACA3-26E62BAEB0BC}" type="datetimeFigureOut">
              <a:rPr lang="en-IN" smtClean="0"/>
              <a:t>17-04-2025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510962-2688-C597-93C2-4B37A7CB9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F3D31A-529C-FC6F-9B01-8CD34D156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92159-7B5E-4A49-8AED-ED580B5F5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710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AFDA-CBFC-EBE0-346C-6F13953AF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39687D-493E-2559-2D3F-DB355DF287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1C5B72-D63C-9712-AD66-441AF8B7A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19FF4-7AB3-4761-ACA3-26E62BAEB0BC}" type="datetimeFigureOut">
              <a:rPr lang="en-IN" smtClean="0"/>
              <a:t>17-04-2025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BCC18-1D04-C0D8-8D25-80C598A28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52507-84F0-7B4D-FA26-FF38DC5CE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92159-7B5E-4A49-8AED-ED580B5F5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828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4B9FC3-4816-BCA0-D370-4809818749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FF32CD-C8C3-A70D-3C49-35FE084DEC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6B34E-C97D-F437-6AD2-3366756C9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19FF4-7AB3-4761-ACA3-26E62BAEB0BC}" type="datetimeFigureOut">
              <a:rPr lang="en-IN" smtClean="0"/>
              <a:t>17-04-2025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6BB0E-D337-AA5E-0E7E-3CC903F5E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F75CC-70B9-6B65-BC49-55C4936D2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92159-7B5E-4A49-8AED-ED580B5F5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772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F18A8F-4B3A-6033-6A85-156E1738A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35A45D-2DF2-3BFE-85A5-773C029F41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44D47-91EF-7B4C-8F69-A16B9DF9AC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19FF4-7AB3-4761-ACA3-26E62BAEB0BC}" type="datetimeFigureOut">
              <a:rPr lang="en-IN" smtClean="0"/>
              <a:t>17-04-2025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4EFC8-7D96-2B9E-B1DA-3321F8E7AA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E9F7C-DCE9-3961-91A8-4147038CA3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E92159-7B5E-4A49-8AED-ED580B5F5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907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763EC86-FF75-0272-7F15-C3A2D78D6A2C}"/>
              </a:ext>
            </a:extLst>
          </p:cNvPr>
          <p:cNvSpPr>
            <a:spLocks noGrp="1"/>
          </p:cNvSpPr>
          <p:nvPr/>
        </p:nvSpPr>
        <p:spPr>
          <a:xfrm>
            <a:off x="2209800" y="1958975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APIs required for CAN-TP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5030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9768D86-E6FE-7ADC-AE23-B949924AF8F0}"/>
              </a:ext>
            </a:extLst>
          </p:cNvPr>
          <p:cNvSpPr>
            <a:spLocks noGrp="1"/>
          </p:cNvSpPr>
          <p:nvPr/>
        </p:nvSpPr>
        <p:spPr>
          <a:xfrm>
            <a:off x="104503" y="0"/>
            <a:ext cx="1257517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bool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can_tp_transmit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can_idx_t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can_idx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can_msg_t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data, uint16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data_length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979E521-CBF1-813B-CDCA-4F4DD13A8D53}"/>
              </a:ext>
            </a:extLst>
          </p:cNvPr>
          <p:cNvSpPr>
            <a:spLocks noGrp="1"/>
          </p:cNvSpPr>
          <p:nvPr/>
        </p:nvSpPr>
        <p:spPr>
          <a:xfrm>
            <a:off x="470264" y="1326969"/>
            <a:ext cx="11042468" cy="4978037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Parameter:</a:t>
            </a:r>
          </a:p>
          <a:p>
            <a:pPr marL="0" indent="0" algn="just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can_idx_t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Specifies which CAN controller should be used.</a:t>
            </a:r>
          </a:p>
          <a:p>
            <a:pPr marL="0" indent="0" algn="just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can_msg_t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Structure that includes id, data, length.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 pointer that points to structure.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data_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length- Length of the data to be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transmitted.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type: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true or false according to the status.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True- Successful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False- Unsuccessful 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API will be used to take data from upper layer and if the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data_length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less than 8 bytes then it will directly send it to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layer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if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data_length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more than 8 bytes then this API will fragment the data and then send it to lower layer.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1657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B41D3-47AE-BCCB-5854-CB58F3502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C2E871F-938D-F061-A075-FF519DABF3B0}"/>
              </a:ext>
            </a:extLst>
          </p:cNvPr>
          <p:cNvSpPr>
            <a:spLocks noGrp="1"/>
          </p:cNvSpPr>
          <p:nvPr/>
        </p:nvSpPr>
        <p:spPr>
          <a:xfrm>
            <a:off x="104503" y="0"/>
            <a:ext cx="1257517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bool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can_tp_receive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can_idx_t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>
                <a:latin typeface="Times New Roman" panose="02020603050405020304" pitchFamily="18" charset="0"/>
                <a:cs typeface="Times New Roman" panose="02020603050405020304" pitchFamily="18" charset="0"/>
              </a:rPr>
              <a:t>can_idx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can_msg_t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data, uint16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data_length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77790F6-B5D0-6C27-D22C-0CB0ABF38759}"/>
              </a:ext>
            </a:extLst>
          </p:cNvPr>
          <p:cNvSpPr>
            <a:spLocks noGrp="1"/>
          </p:cNvSpPr>
          <p:nvPr/>
        </p:nvSpPr>
        <p:spPr>
          <a:xfrm>
            <a:off x="470264" y="1326969"/>
            <a:ext cx="11042468" cy="4978037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Parameter:</a:t>
            </a:r>
          </a:p>
          <a:p>
            <a:pPr marL="0" indent="0" algn="just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can_idx_t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Specifies which CAN controller should be used.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can_msg_t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 Structure that includes id, data, length.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 pointer that points to structure.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data_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length- Length of the data to be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transmitted.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type: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true or false according to the status.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True- Successful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False- Unsuccessful 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API will be used to receive data from lower layer and if the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data_length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less than 8 bytes then it will directly send it to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upper layer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if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data_length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more than 8 bytes then this API will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reassemble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data and then send it to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upper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layer.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8450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988</TotalTime>
  <Words>310</Words>
  <Application>Microsoft Office PowerPoint</Application>
  <PresentationFormat>Widescreen</PresentationFormat>
  <Paragraphs>29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naik</dc:creator>
  <cp:lastModifiedBy>akshay naik</cp:lastModifiedBy>
  <cp:revision>24</cp:revision>
  <dcterms:created xsi:type="dcterms:W3CDTF">2025-02-18T02:45:25Z</dcterms:created>
  <dcterms:modified xsi:type="dcterms:W3CDTF">2025-04-17T05:54:55Z</dcterms:modified>
</cp:coreProperties>
</file>