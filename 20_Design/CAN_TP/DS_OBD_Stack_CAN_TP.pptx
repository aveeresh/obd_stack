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73" d="100"/>
          <a:sy n="73" d="100"/>
        </p:scale>
        <p:origin x="36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91D7D-4E3B-60EB-EB28-2258453249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278E96-8249-A8F1-7A8A-04FA1FBE22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DB8571-8BD9-9A81-6315-572A619BF5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D19FF4-7AB3-4761-ACA3-26E62BAEB0BC}" type="datetimeFigureOut">
              <a:rPr lang="en-IN" smtClean="0"/>
              <a:t>17-04-2025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F726CD-C800-CBF1-FE14-42656A1F87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8189E8-E66D-BBA5-8218-A058010039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E92159-7B5E-4A49-8AED-ED580B5F57B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264172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2AAF6-113C-3657-538D-339919EA49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8A2394-7595-A3F0-5666-C980049E0B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3AF827-B712-9C62-181B-FF8DC6B07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D19FF4-7AB3-4761-ACA3-26E62BAEB0BC}" type="datetimeFigureOut">
              <a:rPr lang="en-IN" smtClean="0"/>
              <a:t>17-04-2025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C026D4-0F8F-CED7-B225-C4F22FF6A5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502D90-2F14-0F87-30C6-23333B45EA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E92159-7B5E-4A49-8AED-ED580B5F57B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010985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11359D-77EE-EDF7-5ED5-9E0A50CACC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82C4D3-1C09-2BCC-FA1B-AA4E33AAA1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91F82F-5F1F-7A9C-E4C4-381E98D804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D19FF4-7AB3-4761-ACA3-26E62BAEB0BC}" type="datetimeFigureOut">
              <a:rPr lang="en-IN" smtClean="0"/>
              <a:t>17-04-2025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150A80-5273-B046-BA99-962051189D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27FD40-9847-D288-1B0F-1E84D727A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E92159-7B5E-4A49-8AED-ED580B5F57B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158472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BE9F41-D09C-BA54-E19D-A06261861B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3CBBA9-E46C-4734-13C0-5115498708B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F57C82-AE80-760C-A50B-3874C1FDCF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D4E84B-58CA-A14D-5540-DF623F87AF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D19FF4-7AB3-4761-ACA3-26E62BAEB0BC}" type="datetimeFigureOut">
              <a:rPr lang="en-IN" smtClean="0"/>
              <a:t>17-04-2025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FFF384-5804-57D5-1B54-317560A24B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49297F-6AFB-3016-6B8F-DB5CFF24A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E92159-7B5E-4A49-8AED-ED580B5F57B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060465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FE9676-EA89-AD46-C317-4C12AD8142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D7B226-2E46-DE69-A660-29C78542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618DD2-96DE-90D0-19CC-F05D1632F3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C745AE9-AF88-3BCC-6B40-8BC88A1ED8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7F6C38-4403-6ADA-C4D9-9BA5A56C94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25201FC-942D-005B-453F-E76AF97F9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D19FF4-7AB3-4761-ACA3-26E62BAEB0BC}" type="datetimeFigureOut">
              <a:rPr lang="en-IN" smtClean="0"/>
              <a:t>17-04-2025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F33BDA3-D400-E5E4-F1CE-BD2FEC291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5139EA-E57E-36AC-1986-BD522E9B1D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E92159-7B5E-4A49-8AED-ED580B5F57B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733054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9F28F-9536-DD03-2BBC-337B9FB538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E17859C-531F-D666-4ACB-F350F7000C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D19FF4-7AB3-4761-ACA3-26E62BAEB0BC}" type="datetimeFigureOut">
              <a:rPr lang="en-IN" smtClean="0"/>
              <a:t>17-04-2025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740890-9F96-F625-4124-F7A9B241B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51A44C-17C2-B92A-4B0B-A123CF68E8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E92159-7B5E-4A49-8AED-ED580B5F57B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857452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6AFAE4F-80AF-697A-7C19-2C97FED1FB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D19FF4-7AB3-4761-ACA3-26E62BAEB0BC}" type="datetimeFigureOut">
              <a:rPr lang="en-IN" smtClean="0"/>
              <a:t>17-04-2025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ED7A27-C05C-BEB8-5B20-3DB81D20F6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B3140E-2164-63CF-23F7-BA9F9F9F8B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E92159-7B5E-4A49-8AED-ED580B5F57B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567900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BCDAA9-1E6E-A4AE-7E4C-C8BE215A95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8F1F0A-A69E-3EBA-A498-FC7A127F2C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E49522-0B03-DEBC-D283-8F07701785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5179AE-31E3-4EEA-92A1-25DB491CB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D19FF4-7AB3-4761-ACA3-26E62BAEB0BC}" type="datetimeFigureOut">
              <a:rPr lang="en-IN" smtClean="0"/>
              <a:t>17-04-2025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F2685B-C123-0F3F-3B95-2125CA42A5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567CAB-5CB4-83E5-F7CF-8CEA63D72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E92159-7B5E-4A49-8AED-ED580B5F57B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303942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ECC8-1AB5-4D36-6EEF-EAD25564C5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4A18664-3EF4-3991-39D6-90A7986CE34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2AB937-C6CF-6E6A-D2F0-4631BD7A40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A3ADD4-B65B-197C-3B66-6F59985CE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D19FF4-7AB3-4761-ACA3-26E62BAEB0BC}" type="datetimeFigureOut">
              <a:rPr lang="en-IN" smtClean="0"/>
              <a:t>17-04-2025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510962-2688-C597-93C2-4B37A7CB99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F3D31A-529C-FC6F-9B01-8CD34D1568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E92159-7B5E-4A49-8AED-ED580B5F57B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07102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0AFDA-CBFC-EBE0-346C-6F13953AF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39687D-493E-2559-2D3F-DB355DF287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1C5B72-D63C-9712-AD66-441AF8B7A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D19FF4-7AB3-4761-ACA3-26E62BAEB0BC}" type="datetimeFigureOut">
              <a:rPr lang="en-IN" smtClean="0"/>
              <a:t>17-04-2025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7BCC18-1D04-C0D8-8D25-80C598A28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F52507-84F0-7B4D-FA26-FF38DC5CE6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E92159-7B5E-4A49-8AED-ED580B5F57B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48286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D4B9FC3-4816-BCA0-D370-4809818749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FF32CD-C8C3-A70D-3C49-35FE084DEC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46B34E-C97D-F437-6AD2-3366756C9F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D19FF4-7AB3-4761-ACA3-26E62BAEB0BC}" type="datetimeFigureOut">
              <a:rPr lang="en-IN" smtClean="0"/>
              <a:t>17-04-2025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A6BB0E-D337-AA5E-0E7E-3CC903F5E9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5F75CC-70B9-6B65-BC49-55C4936D29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E92159-7B5E-4A49-8AED-ED580B5F57B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07725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AF18A8F-4B3A-6033-6A85-156E1738A4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35A45D-2DF2-3BFE-85A5-773C029F41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C44D47-91EF-7B4C-8F69-A16B9DF9AC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D19FF4-7AB3-4761-ACA3-26E62BAEB0BC}" type="datetimeFigureOut">
              <a:rPr lang="en-IN" smtClean="0"/>
              <a:t>17-04-2025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14EFC8-7D96-2B9E-B1DA-3321F8E7AA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2E9F7C-DCE9-3961-91A8-4147038CA3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EE92159-7B5E-4A49-8AED-ED580B5F57B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559075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F763EC86-FF75-0272-7F15-C3A2D78D6A2C}"/>
              </a:ext>
            </a:extLst>
          </p:cNvPr>
          <p:cNvSpPr>
            <a:spLocks noGrp="1"/>
          </p:cNvSpPr>
          <p:nvPr/>
        </p:nvSpPr>
        <p:spPr>
          <a:xfrm>
            <a:off x="2209800" y="1958975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APIs required for CAN-TP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50309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C9768D86-E6FE-7ADC-AE23-B949924AF8F0}"/>
              </a:ext>
            </a:extLst>
          </p:cNvPr>
          <p:cNvSpPr>
            <a:spLocks noGrp="1"/>
          </p:cNvSpPr>
          <p:nvPr/>
        </p:nvSpPr>
        <p:spPr>
          <a:xfrm>
            <a:off x="104503" y="0"/>
            <a:ext cx="12575177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bool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can_tp_transmit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can_idx_t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CanIdx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can_msg_t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data, uint16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data_length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979E521-CBF1-813B-CDCA-4F4DD13A8D53}"/>
              </a:ext>
            </a:extLst>
          </p:cNvPr>
          <p:cNvSpPr>
            <a:spLocks noGrp="1"/>
          </p:cNvSpPr>
          <p:nvPr/>
        </p:nvSpPr>
        <p:spPr>
          <a:xfrm>
            <a:off x="470264" y="1326969"/>
            <a:ext cx="11042468" cy="4978037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Parameter:</a:t>
            </a:r>
          </a:p>
          <a:p>
            <a:pPr marL="0" indent="0" algn="just">
              <a:buNone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can_idx_t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Specifies which CAN controller should be used.</a:t>
            </a:r>
          </a:p>
          <a:p>
            <a:pPr marL="0" indent="0" algn="just">
              <a:buNone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can_msg_t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Structure that includes id, data, length.</a:t>
            </a:r>
          </a:p>
          <a:p>
            <a:pPr marL="0" indent="0" algn="just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data- pointer that points to structure.</a:t>
            </a:r>
          </a:p>
          <a:p>
            <a:pPr marL="0" indent="0" algn="just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data_</a:t>
            </a:r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length- Length of the data to be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transmitted.</a:t>
            </a:r>
            <a:endParaRPr lang="en-IN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Return type:</a:t>
            </a:r>
          </a:p>
          <a:p>
            <a:pPr marL="0" indent="0" algn="just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Returns true or false according to the status.</a:t>
            </a:r>
          </a:p>
          <a:p>
            <a:pPr marL="0" indent="0" algn="just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True- Successful</a:t>
            </a:r>
          </a:p>
          <a:p>
            <a:pPr marL="0" indent="0" algn="just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False- Unsuccessful </a:t>
            </a:r>
          </a:p>
          <a:p>
            <a:pPr marL="0" indent="0" algn="just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indent="0" algn="just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Description:</a:t>
            </a:r>
          </a:p>
          <a:p>
            <a:pPr marL="0" indent="0" algn="just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API will be used to take data from upper layer and if the </a:t>
            </a:r>
            <a:r>
              <a:rPr lang="en-IN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data_length</a:t>
            </a:r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less than 8 bytes then it will directly send it to 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lower layer </a:t>
            </a:r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if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IN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data_length</a:t>
            </a:r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more than 8 bytes then this API will fragment the data and then send it to lower layer.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16579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5B41D3-47AE-BCCB-5854-CB58F3502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BC2E871F-938D-F061-A075-FF519DABF3B0}"/>
              </a:ext>
            </a:extLst>
          </p:cNvPr>
          <p:cNvSpPr>
            <a:spLocks noGrp="1"/>
          </p:cNvSpPr>
          <p:nvPr/>
        </p:nvSpPr>
        <p:spPr>
          <a:xfrm>
            <a:off x="104503" y="0"/>
            <a:ext cx="12575177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</a:t>
            </a:r>
            <a:r>
              <a:rPr lang="en-US" sz="3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bool </a:t>
            </a:r>
            <a:r>
              <a:rPr lang="en-US" sz="3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can_tp_receive</a:t>
            </a:r>
            <a:r>
              <a:rPr lang="en-US" sz="3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3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can_idx_t</a:t>
            </a:r>
            <a:r>
              <a:rPr lang="en-US" sz="3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CanIdx</a:t>
            </a:r>
            <a:r>
              <a:rPr lang="en-US" sz="3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can_msg_t</a:t>
            </a:r>
            <a:r>
              <a:rPr lang="en-US" sz="3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data, uint16 </a:t>
            </a:r>
            <a:r>
              <a:rPr lang="en-US" sz="3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data_length</a:t>
            </a:r>
            <a:r>
              <a:rPr lang="en-US" sz="3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77790F6-B5D0-6C27-D22C-0CB0ABF38759}"/>
              </a:ext>
            </a:extLst>
          </p:cNvPr>
          <p:cNvSpPr>
            <a:spLocks noGrp="1"/>
          </p:cNvSpPr>
          <p:nvPr/>
        </p:nvSpPr>
        <p:spPr>
          <a:xfrm>
            <a:off x="470264" y="1326969"/>
            <a:ext cx="11042468" cy="4978037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Parameter:</a:t>
            </a:r>
          </a:p>
          <a:p>
            <a:pPr marL="0" indent="0" algn="just">
              <a:buNone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can_idx_t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Specifies which CAN controller should be used.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can_msg_t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 Structure that includes id, data, length.</a:t>
            </a:r>
          </a:p>
          <a:p>
            <a:pPr marL="0" indent="0" algn="just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data- pointer that points to structure.</a:t>
            </a:r>
          </a:p>
          <a:p>
            <a:pPr marL="0" indent="0" algn="just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data_</a:t>
            </a:r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length- Length of the data to be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transmitted.</a:t>
            </a:r>
            <a:endParaRPr lang="en-IN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Return type:</a:t>
            </a:r>
          </a:p>
          <a:p>
            <a:pPr marL="0" indent="0" algn="just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Returns true or false according to the status.</a:t>
            </a:r>
          </a:p>
          <a:p>
            <a:pPr marL="0" indent="0" algn="just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True- Successful</a:t>
            </a:r>
          </a:p>
          <a:p>
            <a:pPr marL="0" indent="0" algn="just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False- Unsuccessful </a:t>
            </a:r>
          </a:p>
          <a:p>
            <a:pPr marL="0" indent="0" algn="just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Description:</a:t>
            </a:r>
          </a:p>
          <a:p>
            <a:pPr marL="0" indent="0" algn="just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API will be used to receive data from lower layer and if the </a:t>
            </a:r>
            <a:r>
              <a:rPr lang="en-IN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data_length</a:t>
            </a:r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less than 8 bytes then it will directly send it to 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upper layer </a:t>
            </a:r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if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IN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data_length</a:t>
            </a:r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more than 8 bytes then this API will 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reassemble</a:t>
            </a:r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the data and then send it to 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upper</a:t>
            </a:r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layer.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84506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988</TotalTime>
  <Words>306</Words>
  <Application>Microsoft Office PowerPoint</Application>
  <PresentationFormat>Widescreen</PresentationFormat>
  <Paragraphs>29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Calibri</vt:lpstr>
      <vt:lpstr>Calibri Light</vt:lpstr>
      <vt:lpstr>Times New Roman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akshay naik</dc:creator>
  <cp:lastModifiedBy>akshay naik</cp:lastModifiedBy>
  <cp:revision>23</cp:revision>
  <dcterms:created xsi:type="dcterms:W3CDTF">2025-02-18T02:45:25Z</dcterms:created>
  <dcterms:modified xsi:type="dcterms:W3CDTF">2025-04-16T19:21:40Z</dcterms:modified>
</cp:coreProperties>
</file>